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AcmePay Incident Status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INC-88421 — Settlement Rail v3 — SEV candidate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(IST)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18:40 — elevated settlement error rate in ap-south-1</a:t>
            </a:r>
          </a:p>
          <a:p>
            <a:r>
              <a:t>18:42 — BharatNova NOC pages AcmePay</a:t>
            </a:r>
          </a:p>
          <a:p>
            <a:r>
              <a:t>18:51 — connector pool saturation suspected</a:t>
            </a:r>
          </a:p>
          <a:p>
            <a:r>
              <a:t>19:05 — war room opened; customer bridge pending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&amp; Next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Impact: ~42k merchant payouts delayed</a:t>
            </a:r>
          </a:p>
          <a:p>
            <a:r>
              <a:t>Hypothesis: bank connector thread pool exhaustion after cert rotation</a:t>
            </a:r>
          </a:p>
          <a:p>
            <a:r>
              <a:t>Next: freeze deploys, scale connector workers, dual-write audit 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