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Matcha Brief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What it is and why people buy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Matcha is finely ground shade-grown green tea powder.</a:t>
            </a:r>
          </a:p>
          <a:p>
            <a:r>
              <a:t>If researching 'kageha mactha', treat as a likely matcha spelling variant.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